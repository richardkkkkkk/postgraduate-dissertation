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CIFAR-10 Positional Encoding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288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Aptos"/>
              </a:rPr>
              <a:t>Weekly experiment comparison deck generated from existing run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Baseline (No Pos)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7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Learnable 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Row-wise Sinusoidal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Column-wise Sinusoidal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57600"/>
            <a:ext cx="55778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Report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Comparison scenario: Multi-run comparison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Reference run: ViT Baseline (No Pos)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Compared runs: 8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Shared training metrics: Test ACC, Val ACC, Test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Generated 2026-07-04 15:12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Report name: cifar10_positional_8models_report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Run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Experiment Setup and Run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Keep the first --run as the reference baseline for meeting comparisons.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Baseline (No Pos)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vit_baseline_cifar10_seed42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Baseline (No Pos)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59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Baseline (No Pos)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None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Learnable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vit_learnable_position_cifar10_seed42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Learnable Position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66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Learnable Position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Absolute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Row-wise Sinusoidal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vit_row_cifar10_seed42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Row-wise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61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Row-wise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Row-wise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Column-wise Sinusoidal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vit_col_cifar10_seed42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Column-wise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Column-wise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Column-wise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Run cards surface the main hyperparameters and monitoring settings without crowding a 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Page group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Run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Experiment Setup and Run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Keep the first --run as the reference baseline for meeting comparisons.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Additive Sinusoidal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vit_additive_cifar10_seed42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Additive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70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Additive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Additive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Additive Sinusoidal Shifted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vit_additive_shifted_cifar10_seed42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Additive Sinusoidal Shifted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67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Additive Sinusoidal Shifted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Additive Sinusoidal Shifted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Multiplicative Sinusoidal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vit_multi_cifar10_seed42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Multiplicative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48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Multiplicative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Multiplicative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Multiplicative Sinusoidal Shifted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vit_multi_shifted_cifar10_seed42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Multiplicative Sinusoidal Shifted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70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Multiplicative Sinusoidal Shifted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Multiplicative Sinusoidal Shifted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Run cards surface the main hyperparameters and monitoring settings without crowding a 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Page group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Headline findings are phrased for direct use in a weekly update.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806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Primary comparison metric: Test ACC. Best final result is ViT Learnable Position with 78.03%.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Against reference run ViT Baseline (No Pos), ViT Learnable Position changes Test ACC by +6.61 pp.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Largest train-to-test accuracy gap appears in ViT Baseline (No Pos) (23.58 pp), worth calling out during generalization discussion.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Early stopping summary: ViT Baseline (No Pos): stopped early; ViT Learnable Position: stopped early; ViT Row-wise Sinusoidal: stopped 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687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Best primary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A34A"/>
                </a:solidFill>
                <a:latin typeface="Aptos"/>
              </a:rPr>
              <a:t>ViT Learnable 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Test 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Aptos"/>
              </a:rPr>
              <a:t>78.03%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Runs compared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Metrics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slide replaces generic 'key takeaways' text with meeting-ready comparison statements.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Model Comparison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This page is keyed off model family, variant, position encoding, and initialization rather than off raw run names.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427927"/>
                <a:gridCol w="1427927"/>
                <a:gridCol w="1427927"/>
                <a:gridCol w="1427927"/>
                <a:gridCol w="1427927"/>
              </a:tblGrid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Family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Position Encoding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Initialization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Batch / LR / WD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 (No Pos)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 (No Pos)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Baseline (No Pos)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Absolute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frame baseline vs RoPE, ViT vs CNN, or scratch vs pretrained before discussing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Model Comparison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This page is keyed off model family, variant, position encoding, and initialization rather than off raw run names.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427927"/>
                <a:gridCol w="1427927"/>
                <a:gridCol w="1427927"/>
                <a:gridCol w="1427927"/>
                <a:gridCol w="1427927"/>
              </a:tblGrid>
              <a:tr h="2263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Family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Position Encoding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Initialization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Batch / LR / WD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2263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frame baseline vs RoPE, ViT vs CNN, or scratch vs pretrained before discussing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 Snapshot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Compact overview of the most important final metrics and selected checkpoint epoch.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189939"/>
                <a:gridCol w="1189939"/>
                <a:gridCol w="1189939"/>
                <a:gridCol w="1189939"/>
                <a:gridCol w="1189939"/>
                <a:gridCol w="1189939"/>
              </a:tblGrid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Epochs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Selected Epoch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Val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Loss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 (No Pos)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 (No Pos)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Baseline (No Pos)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49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71.42%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71.36%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1.1672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66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78.03%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78.88%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0.9615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61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74.62%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74.92%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1.1507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40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74.21%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74.78%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0.8657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76.05%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77.14%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0.8797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67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77.19%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77.58%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0.8616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48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76.18%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77.14%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0.7343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is intentionally compact so it remains readable on projected slides.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 Snapshot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Compact overview of the most important final metrics and selected checkpoint epoch.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189939"/>
                <a:gridCol w="1189939"/>
                <a:gridCol w="1189939"/>
                <a:gridCol w="1189939"/>
                <a:gridCol w="1189939"/>
                <a:gridCol w="1189939"/>
              </a:tblGrid>
              <a:tr h="2263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Epochs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Selected Epoch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Val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Loss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2263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77.56%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0.8706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is intentionally compact so it remains readable on projected slides.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(1/6)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 (No Pos)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71.42%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78.03%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74.21%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71.36%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78.88%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74.92%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74.78%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1.1672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0.9615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1.1507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0.8657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1.1645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0.9667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1.1300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0.8380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95.00%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97.74%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97.86%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88.85%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0.1457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0.0658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0.0695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0.3096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71.24%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78.85%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74.80%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74.51%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71.35%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78.05%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74.58%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74.05%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(2/6)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76.05%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77.19%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76.18%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77.56%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77.14%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77.58%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77.14%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78.48%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0.8797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0.8616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0.7343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0.8706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0.8371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0.8473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0.7078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0.8236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92.24%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94.49%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85.94%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95.65%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0.2163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0.1572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0.3934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0.1241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76.71%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76.79%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78.39%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75.77%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77.25%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75.90%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77.54%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(3/6)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7139635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(4/6)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 (No Pos)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70.96%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78.79%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74.30%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71.04%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78.88%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74.79%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74.33%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71.71%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79.03%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75.25%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75.49%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71.63%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78.98%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75.03%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75.32%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(5/6)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77.04%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77.11%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77.72%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77.01%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76.92%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76.61%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77.78%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77.65%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77.81%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77.51%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77.49%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77.66%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77.37%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78.94%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(6/6)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7139635"/>
              </a:tblGrid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 (No Pos)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71.35%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78.05%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74.58%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74.05%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70.96%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78.79%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74.96%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74.30%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71.04%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78.88%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74.79%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74.33%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71.24%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78.85%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74.80%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74.51%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71.71%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79.03%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75.25%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75.49%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71.63%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78.98%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75.03%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75.32%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75.77%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77.25%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75.90%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77.54%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77.04%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77.11%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76.62%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77.72%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77.01%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76.61%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77.78%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76.71%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77.50%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76.79%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78.39%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77.65%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77.81%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77.51%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77.49%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77.66%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77.37%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78.94%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7139635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Macro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Macro F1, precision, and recall are grouped here for quick meeting discussion.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cro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4208"/>
            <a:ext cx="6629400" cy="3977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810512"/>
            <a:ext cx="36576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810512"/>
            <a:ext cx="137160" cy="2651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975104"/>
            <a:ext cx="32735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Macro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2377440"/>
            <a:ext cx="327355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Test Macro F1 snapshot: ViT Learnable Position (78.79%).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Precision: ViT Learnable Position (78.79%).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Recall: ViT Learnable Position (78.88%).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Macro metrics help when accuracy alone hides uneven class performance.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2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2119579"/>
                <a:gridCol w="2119579"/>
                <a:gridCol w="2119579"/>
                <a:gridCol w="2119579"/>
              </a:tblGrid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Baseline (No Pos)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Learnable Position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outputs.run_name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vit_baseline_cifar10_seed42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vit_learnable_position_cifar10_seed42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vit_row_cifar10_seed42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vit_col_cifar10_seed42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2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2119579"/>
                <a:gridCol w="2119579"/>
                <a:gridCol w="2119579"/>
                <a:gridCol w="2119579"/>
              </a:tblGrid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outputs.run_name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vit_additive_cifar10_seed42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vit_additive_shifted_cifar10_seed42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vit_multi_cifar10_seed42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vit_multi_shifted_cifar10_seed42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Learnable Position (78.03%)</a:t>
            </a:r>
          </a:p>
        </p:txBody>
      </p:sp>
      <p:pic>
        <p:nvPicPr>
          <p:cNvPr id="10" name="Picture 9" descr="val_acc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Learnable Position (78.88%)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lo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Multiplicative Sinusoidal (0.7343)</a:t>
            </a:r>
          </a:p>
        </p:txBody>
      </p:sp>
      <p:pic>
        <p:nvPicPr>
          <p:cNvPr id="10" name="Picture 9" descr="val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Multiplicative Sinusoidal (0.7078)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in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Sinusoidal (97.86%)</a:t>
            </a:r>
          </a:p>
        </p:txBody>
      </p:sp>
      <p:pic>
        <p:nvPicPr>
          <p:cNvPr id="10" name="Picture 9" descr="train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Learnable Position (0.0658)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l_macro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Macro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Learnable Position (78.85%)</a:t>
            </a:r>
          </a:p>
        </p:txBody>
      </p:sp>
      <p:pic>
        <p:nvPicPr>
          <p:cNvPr id="10" name="Picture 9" descr="test_macro_f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Macro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Learnable Position (78.05%)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Baseline (No Pos)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t_baseline_cifar10_seed4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49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71.04%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70.91%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dog predicted as cat (186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cat predicted as dog (166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Learnable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t_learnable_position_cifar10_seed4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56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78.88%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78.79%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cat predicted as dog (181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dog predicted as cat (123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Row-wise Sinusoidal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t_row_cifar10_seed4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51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74.79%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74.82%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dog predicted as cat (208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cat predicted as dog (158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Column-wise Sinusoidal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t_col_cifar10_seed4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40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74.33%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74.23%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cat predicted as dog (179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dog predicted as cat (132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Additive Sinusoidal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t_additive_cifar10_seed4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60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77.01%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76.94%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cat predicted as dog (186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dog predicted as cat (141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Additive Sinusoidal Shifted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t_additive_shifted_cifar10_seed4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57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76.92%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76.96%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dog predicted as cat (182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cat predicted as dog (136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Multiplicative Sinusoidal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t_multi_cifar10_seed4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38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76.61%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76.28%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cat predicted as dog (180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dog predicted as cat (108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Multiplicative Sinusoidal Shifted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t_multi_shifted_cifar10_seed4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60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77.78%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77.72%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cat predicted as dog (152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dog predicted as cat (141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accuracy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Accuracy: ViT Learnable Position (78.88%).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'automobile' (13.60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f1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F1: ViT Learnable Position (78.79%).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'bird' (10.70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precision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Precision: ViT Learnable Position (78.79%).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'cat' (16.14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recall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Recall: ViT Learnable Position (78.88%).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'automobile' (13.60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Short, reusable wrap-up slide for weekly meetings.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675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Current headline result: ViT Learnable Position leads on Test ACC with 78.03%.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When presenting baseline vs comparison, use ViT Baseline (No Pos) as reference and report ViT Learnable Position at +6.61 pp on Test ACC.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Per-class pages are now included when selected-checkpoint classwise metrics exist, so class imbalance or hard classes can be discussed directly in meetings.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The deck is now organized for weekly reporting: setup, overview, key metrics, curves, error analysis, and a conclusion slide instead of raw log-style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920240"/>
            <a:ext cx="137160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2084832"/>
            <a:ext cx="299923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Recommended next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487168"/>
            <a:ext cx="2999232" cy="138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Keep the baseline run first in the command line.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Append new runs with readable labels.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Reuse this deck directly for group meetings.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The goal is to export a presentable deck, not a raw artifact dump.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