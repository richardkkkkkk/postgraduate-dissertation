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CADB Elements Positional Encoding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2880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2E8F0"/>
                </a:solidFill>
                <a:latin typeface="Aptos"/>
              </a:rPr>
              <a:t>Weekly experiment comparison deck generated from existing run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Baseline (No Pos)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7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Learnable Position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Row-wise Sinusoidal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71432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Column-wise Sinusoidal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657600"/>
            <a:ext cx="557784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Report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15968"/>
            <a:ext cx="4800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Comparison scenario: Multi-run comparison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Reference run: ViT Baseline (No Pos)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Compared runs: 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Shared training metrics: Test ACC, Val ACC, Test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Generated 2026-07-04 15:12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Report name: cadb_elements_positional_8models_report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Run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Experiment Setup and Run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Keep the first --run as the reference baseline for meeting comparisons.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Baseline (No Pos)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baseline_cadb_elements_seed42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Baseline (No Pos)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70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Baseline (No Pos)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None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Learnable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learnable_position_cadb_elements_seed42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Learnable Position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43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Learnable Position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Absolute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Row-wise Sinusoidal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row_cadb_elements_seed42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Row-wise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54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Row-wise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Row-wise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Column-wise Sinusoidal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col_cadb_elements_seed42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Column-wise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Column-wise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Column-wise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Run cards surface the main hyperparameters and monitoring settings without crowding a table.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Page group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Run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Experiment Setup and Run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Keep the first --run as the reference baseline for meeting comparisons.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Additive Sinusoidal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additive_cadb_elements_seed42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Additive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46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Additive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Additive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Additive Sinusoidal Shifted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additive_shifted_cadb_elements_seed42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Additive Sinusoidal Shifted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Additive Sinusoidal Shifted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Additive Sinusoidal Shifted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Multiplicative Sinusoidal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multiplicative_cadb_elements_seed42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Multiplicative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48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Multiplicative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Multiplicative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Multiplicative Sinusoidal Shifted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multiplicative_shifted_cadb_elements_seed42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Multiplicative Sinusoidal Shifted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57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Multiplicative Sinusoidal Shifted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Multiplicative Sinusoidal Shifted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Run cards surface the main hyperparameters and monitoring settings without crowding a table.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Page group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Results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Headline findings are phrased for direct use in a weekly update.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806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Primary comparison metric: Test ACC. Best final result is ViT Baseline (No Pos) with 79.48%.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Largest train-to-test accuracy gap appears in ViT Additive Sinusoidal Shifted (22.83 pp), worth calling out during generalization discussion.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Early stopping summary: ViT Baseline (No Pos): stopped early; ViT Learnable Position: stopped early; ViT Row-wise Sinusoidal: stopped 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3736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76872" y="190195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Best primary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6872" y="224028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Aptos"/>
              </a:rPr>
              <a:t>ViT Baseline (No Pos)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73736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00032" y="190195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Test ACC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0032" y="224028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Aptos"/>
              </a:rPr>
              <a:t>79.48%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315468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6872" y="331927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Runs compared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365760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91B2"/>
                </a:solidFill>
                <a:latin typeface="Aptos"/>
              </a:rPr>
              <a:t>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315468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331927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Metrics tracked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365760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91B2"/>
                </a:solidFill>
                <a:latin typeface="Aptos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slide replaces generic 'key takeaways' text with meeting-ready comparison statements.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Model Comparison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This page is keyed off model family, variant, position encoding, and initialization rather than off raw run 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427927"/>
                <a:gridCol w="1427927"/>
                <a:gridCol w="1427927"/>
                <a:gridCol w="1427927"/>
                <a:gridCol w="1427927"/>
              </a:tblGrid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Family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Position Encoding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Initialization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Batch / LR / WD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Baseline (No Pos)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None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Learnable Position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Absolute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frame baseline vs RoPE, ViT vs CNN, or scratch vs pretrained before discussing metrics.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Model Comparison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This page is keyed off model family, variant, position encoding, and initialization rather than off raw run 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427927"/>
                <a:gridCol w="1427927"/>
                <a:gridCol w="1427927"/>
                <a:gridCol w="1427927"/>
                <a:gridCol w="1427927"/>
              </a:tblGrid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Family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Position Encoding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Initialization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Batch / LR / WD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frame baseline vs RoPE, ViT vs CNN, or scratch vs pretrained before discussing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 Snapshot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Compact overview of the most important final metrics and selected checkpoint epoch.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189939"/>
                <a:gridCol w="1189939"/>
                <a:gridCol w="1189939"/>
                <a:gridCol w="1189939"/>
                <a:gridCol w="1189939"/>
                <a:gridCol w="1189939"/>
              </a:tblGrid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Epochs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Selected Epoch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Val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Loss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Baseline (No Pos)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79.48%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79.50%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0.9451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Learnable Position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78.97%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78.07%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0.9462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78.62%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80.15%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0.9471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77.41%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79.66%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0.9386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77.06%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76.19%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0.9168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77.12%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77.23%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0.9734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77.82%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78.56%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0.8988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is intentionally compact so it remains readable on projected slides.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 Snapshot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Compact overview of the most important final metrics and selected checkpoint epoch.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189939"/>
                <a:gridCol w="1189939"/>
                <a:gridCol w="1189939"/>
                <a:gridCol w="1189939"/>
                <a:gridCol w="1189939"/>
                <a:gridCol w="1189939"/>
              </a:tblGrid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Epochs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Selected Epoch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Val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Loss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79.45%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78.40%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0.9159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is intentionally compact so it remains readable on projected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(1/6)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78.97%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78.62%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77.41%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79.50%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78.07%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80.15%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79.66%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0.9451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0.9462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0.9471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0.9386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0.9655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0.9890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0.8844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0.8815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0.0072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0.0095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0.0086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0.0130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32.17%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36.55%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35.01%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33.50%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33.43%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32.08%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32.61%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(2/6)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77.06%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77.12%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77.82%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79.45%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76.19%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77.23%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78.56%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78.40%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0.9168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0.9734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0.8988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0.9159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0.9212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0.9839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0.9011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0.9788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99.87%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99.96%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0.0204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0.0113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0.0143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0.0081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29.71%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32.80%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30.32%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31.14%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30.06%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31.55%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31.74%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34.38%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(3/6)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(4/6)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36.25%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34.08%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34.92%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36.84%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32.74%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34.80%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31.82%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34.18%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38.34%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34.43%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39.89%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34.64%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34.51%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36.45%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36.45%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Subset Accuracy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30.98%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27.15%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28.30%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27.92%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Subset Accuracy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30.80%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27.49%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32.55%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30.60%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(5/6)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36.63%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35.89%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38.52%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35.81%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33.69%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30.28%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32.34%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39.99%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37.51%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33.59%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32.43%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32.99%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Subset Accuracy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28.49%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27.53%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26.20%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31.74%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Subset Accuracy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26.71%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29.04%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30.21%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25.73%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(6/6)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Subset Accuracy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Subset Accuracy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33.50%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33.43%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32.08%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32.61%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36.25%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34.08%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34.92%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36.84%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32.74%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34.80%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31.82%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34.18%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32.17%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36.55%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35.01%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38.34%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34.43%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39.89%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34.64%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34.51%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36.45%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36.45%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30.06%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31.55%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31.74%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34.38%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36.63%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35.89%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38.52%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35.81%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33.69%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30.28%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33.99%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29.71%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32.80%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30.32%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31.14%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32.34%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39.99%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37.51%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33.59%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32.43%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36.14%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32.99%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Macro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Macro F1, precision, and recall are grouped here for quick meeting discussion.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cro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6629400" cy="3977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810512"/>
            <a:ext cx="365760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810512"/>
            <a:ext cx="137160" cy="26517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9831" y="1975104"/>
            <a:ext cx="327355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Macro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9831" y="2377440"/>
            <a:ext cx="3273552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Test Macro F1 snapshot: ViT Additive Sinusoidal (34.95%).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selected Test Macro Precision: ViT Multiplicative Sinusoidal (38.52%).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selected Test Macro Recall: ViT Learnable Position (34.80%).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Macro metrics help when accuracy alone hides uneven class performance.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Config Differences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Showing the top 2 differing settings for experiment traceability.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2119579"/>
                <a:gridCol w="2119579"/>
                <a:gridCol w="2119579"/>
                <a:gridCol w="2119579"/>
              </a:tblGrid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Config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Baseline (No Pos)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Learnable Position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command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outputs.run_name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baseline_cadb_elements_seed42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learnable_position_cadb_elements_seed42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row_cadb_elements_seed42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col_cadb_elements_seed42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Long config lists are paginated automatically to avoid overflow and tiny fonts.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Config Differences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Showing the top 2 differing settings for experiment traceability.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2119579"/>
                <a:gridCol w="2119579"/>
                <a:gridCol w="2119579"/>
                <a:gridCol w="2119579"/>
              </a:tblGrid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Config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command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outputs.run_name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additive_cadb_elements_seed42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additive_shifted_cadb_elements_seed42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multiplicative_cadb_elements_seed42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...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Long config lists are paginated automatically to avoid overflow and tiny fonts.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ac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Baseline (No Pos) (79.48%)</a:t>
            </a:r>
          </a:p>
        </p:txBody>
      </p:sp>
      <p:pic>
        <p:nvPicPr>
          <p:cNvPr id="10" name="Picture 9" descr="val_acc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ACC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Row-wise Sinusoidal (80.15%)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los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Multiplicative Sinusoidal (0.8988)</a:t>
            </a:r>
          </a:p>
        </p:txBody>
      </p:sp>
      <p:pic>
        <p:nvPicPr>
          <p:cNvPr id="10" name="Picture 9" descr="val_los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Column-wise Sinusoidal (0.8815)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ain_ac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Train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Row-wise Sinusoidal (99.96%)</a:t>
            </a:r>
          </a:p>
        </p:txBody>
      </p:sp>
      <p:pic>
        <p:nvPicPr>
          <p:cNvPr id="10" name="Picture 9" descr="train_los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Train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Baseline (No Pos) (0.0072)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al_macro_f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Macro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Row-wise Sinusoidal (36.55%)</a:t>
            </a:r>
          </a:p>
        </p:txBody>
      </p:sp>
      <p:pic>
        <p:nvPicPr>
          <p:cNvPr id="10" name="Picture 9" descr="test_macro_f1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Macro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Multiplicative Sinusoidal Shifted (34.38%)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accuracy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Accuracy: ViT Baseline (No Pos) (79.06%).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'vertical' (6.69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F1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f1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F1: ViT Additive Sinusoidal (34.95%).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'symmetric' (26.30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precision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Precision: ViT Multiplicative Sinusoidal (38.52%).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'symmetric' (29.58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Recall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recall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Recall: ViT Learnable Position (34.80%).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'symmetric' (25.93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Short, reusable wrap-up slide for weekly meetings.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Current headline result: ViT Baseline (No Pos) leads on Test ACC with 79.48%.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When presenting baseline vs comparison, use ViT Baseline (No Pos) as reference and report ViT Learnable Position at -0.51 pp on Test ACC.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Per-class pages are now included when selected-checkpoint classwise metrics exist, so class imbalance or hard classes can be discussed directly in meetings.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The deck is now organized for weekly reporting: setup, overview, key metrics, curves, error analysis, and a conclusion slide instead of raw log-style export.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920240"/>
            <a:ext cx="33832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920240"/>
            <a:ext cx="137160" cy="2103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4152" y="2084832"/>
            <a:ext cx="2999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Recommended next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152" y="2487168"/>
            <a:ext cx="2999232" cy="1389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Keep the baseline run first in the command line.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Append new runs with readable labels.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Reuse this deck directly for group meetings.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The goal is to export a presentable deck, not a raw artifact dump.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