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ptos"/>
              </a:rPr>
              <a:t>CADB Multi-label Positional Encoding Comparison (8 Models)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28800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Aptos"/>
              </a:rPr>
              <a:t>Weekly experiment comparison deck generated from existing run artifacts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2468880"/>
            <a:ext cx="2505456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578608"/>
            <a:ext cx="21579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ViT No Pos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7287" y="2468880"/>
            <a:ext cx="2505456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0168" y="2578608"/>
            <a:ext cx="21579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ViT Baseline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68880"/>
            <a:ext cx="2505456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578608"/>
            <a:ext cx="21579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ViT Row-wise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88552" y="2468880"/>
            <a:ext cx="2505456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71432" y="2578608"/>
            <a:ext cx="21579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ViT Column-wise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657600"/>
            <a:ext cx="557784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Report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15968"/>
            <a:ext cx="4800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E2E8F0"/>
                </a:solidFill>
                <a:latin typeface="Aptos"/>
              </a:rPr>
              <a:t>Comparison scenario: Multi-run comparison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E2E8F0"/>
                </a:solidFill>
                <a:latin typeface="Aptos"/>
              </a:rPr>
              <a:t>Reference run: ViT No Pos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E2E8F0"/>
                </a:solidFill>
                <a:latin typeface="Aptos"/>
              </a:rPr>
              <a:t>Compared runs: 8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E2E8F0"/>
                </a:solidFill>
                <a:latin typeface="Aptos"/>
              </a:rPr>
              <a:t>Shared training metrics: Test ACC, Val ACC, Test Loss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Generated 2026-07-01 16:11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6446520"/>
            <a:ext cx="3108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Report name: cadb_elements_positional_8models_report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Run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Experiment Setup and Run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Keep the first --run as the reference baseline for meeting comparisons.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539496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137160" cy="19933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719072"/>
            <a:ext cx="5010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ViT No Pos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121408"/>
            <a:ext cx="5010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Run ID: no_pos_cadb_elements_seed42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Model / device: ViT No Pos / cuda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Epochs completed: 70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Family / variant: ViT / No Pos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Position / init: None / From scratch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Batch / LR / WD: 128 / 0.0003 / 0.05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54480"/>
            <a:ext cx="539496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54480"/>
            <a:ext cx="137160" cy="19933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719072"/>
            <a:ext cx="5010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ViT 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121408"/>
            <a:ext cx="5010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Run ID: baseline_cadb_elements_seed42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Model / device: ViT Baseline / cuda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Epochs completed: 43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Family / variant: ViT / Baseline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Position / init: Absolute / From scratch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Batch / LR / WD: 128 / 0.0003 / 0.05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886200"/>
            <a:ext cx="539496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886200"/>
            <a:ext cx="137160" cy="19933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050791"/>
            <a:ext cx="5010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ViT Row-wise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453128"/>
            <a:ext cx="5010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Run ID: row_cadb_elements_seed42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Model / device: ViT Row-wise Sinusoidal / cuda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Epochs completed: 54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Family / variant: ViT / Row-wise Sinusoidal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Position / init: Row-wise Sinusoidal / From scratch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Batch / LR / WD: 128 / 0.0003 / 0.05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886200"/>
            <a:ext cx="539496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886200"/>
            <a:ext cx="137160" cy="19933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4050791"/>
            <a:ext cx="5010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ViT Column-wise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4453128"/>
            <a:ext cx="5010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Run ID: col_cadb_elements_seed42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Model / device: ViT Column-wise Sinusoidal / cuda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Epochs completed: 50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Family / variant: ViT / Column-wise Sinusoidal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Position / init: Column-wise Sinusoidal / From scratch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Batch / LR / WD: 128 / 0.0003 / 0.05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Run cards surface the main hyperparameters and monitoring settings without crowding a table.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6446520"/>
            <a:ext cx="3108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Page group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Run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Experiment Setup and Run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Keep the first --run as the reference baseline for meeting comparisons.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539496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137160" cy="19933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719072"/>
            <a:ext cx="5010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ViT Additive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121408"/>
            <a:ext cx="5010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Run ID: additive_cadb_elements_seed42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Model / device: ViT Additive Sinusoidal / cuda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Epochs completed: 46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Family / variant: ViT / Additive Sinusoidal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Position / init: Additive Sinusoidal / From scratch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Batch / LR / WD: 128 / 0.0003 / 0.05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54480"/>
            <a:ext cx="539496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54480"/>
            <a:ext cx="137160" cy="19933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719072"/>
            <a:ext cx="5010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ViT Additive Shifted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121408"/>
            <a:ext cx="5010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Run ID: additive_shifted_cadb_elements_seed42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Model / device: ViT Additive Sinusoidal Shifted / cuda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Epochs completed: 50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Family / variant: ViT / Additive Sinusoidal Shifted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Position / init: Additive Sinusoidal Shifted / From scratch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Batch / LR / WD: 128 / 0.0003 / 0.05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886200"/>
            <a:ext cx="539496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886200"/>
            <a:ext cx="137160" cy="19933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050791"/>
            <a:ext cx="5010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ViT Multiplicative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453128"/>
            <a:ext cx="5010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Run ID: multiplicative_cadb_elements_seed42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Model / device: ViT Multiplicative Sinusoidal / cuda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Epochs completed: 48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Family / variant: ViT / Multiplicative Sinusoidal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Position / init: Multiplicative Sinusoidal / From scratch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Batch / LR / WD: 128 / 0.0003 / 0.05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886200"/>
            <a:ext cx="539496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886200"/>
            <a:ext cx="137160" cy="19933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4050791"/>
            <a:ext cx="5010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ViT Multiplicative Shifted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4453128"/>
            <a:ext cx="5010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Run ID: multiplicative_shifted_cadb_elements_seed42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Model / device: ViT Multiplicative Sinusoidal Shifted / cuda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Epochs completed: 57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Family / variant: ViT / Multiplicative Sinusoidal Shifted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Position / init: Multiplicative Sinusoidal Shifted / From scratch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Batch / LR / WD: 128 / 0.0003 / 0.05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Run cards surface the main hyperparameters and monitoring settings without crowding a table.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6446520"/>
            <a:ext cx="3108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Page group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Results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Headline findings are phrased for direct use in a weekly update.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806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Aptos"/>
              </a:rPr>
              <a:t>Primary comparison metric: Test ACC. Best final result is ViT No Pos with 79.48%.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Aptos"/>
              </a:rPr>
              <a:t>Largest train-to-test accuracy gap appears in ViT Additive Shifted (22.83 pp), worth calling out during generalization discussion.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Aptos"/>
              </a:rPr>
              <a:t>Early stopping summary: ViT No Pos: stopped early; ViT Baseline: stopped early; ViT Row-wise: stopped early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1737360"/>
            <a:ext cx="2240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76872" y="1901952"/>
            <a:ext cx="19110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4748B"/>
                </a:solidFill>
                <a:latin typeface="Aptos"/>
              </a:rPr>
              <a:t>Best primary 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76872" y="2240280"/>
            <a:ext cx="191109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6A34A"/>
                </a:solidFill>
                <a:latin typeface="Aptos"/>
              </a:rPr>
              <a:t>ViT No Pos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737360"/>
            <a:ext cx="2240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00032" y="1901952"/>
            <a:ext cx="19110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4748B"/>
                </a:solidFill>
                <a:latin typeface="Aptos"/>
              </a:rPr>
              <a:t>Test ACC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0032" y="2240280"/>
            <a:ext cx="191109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563EB"/>
                </a:solidFill>
                <a:latin typeface="Aptos"/>
              </a:rPr>
              <a:t>79.48%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3154680"/>
            <a:ext cx="2240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3319272"/>
            <a:ext cx="19110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4748B"/>
                </a:solidFill>
                <a:latin typeface="Aptos"/>
              </a:rPr>
              <a:t>Runs compared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6872" y="3657600"/>
            <a:ext cx="191109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891B2"/>
                </a:solidFill>
                <a:latin typeface="Aptos"/>
              </a:rPr>
              <a:t>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3154680"/>
            <a:ext cx="2240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0032" y="3319272"/>
            <a:ext cx="19110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4748B"/>
                </a:solidFill>
                <a:latin typeface="Aptos"/>
              </a:rPr>
              <a:t>Metrics tracked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3657600"/>
            <a:ext cx="191109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891B2"/>
                </a:solidFill>
                <a:latin typeface="Aptos"/>
              </a:rP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This slide replaces generic 'key takeaways' text with meeting-ready comparison statements.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Model Comparison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This page is keyed off model family, variant, position encoding, and initialization rather than off raw run names.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1427927"/>
                <a:gridCol w="1427927"/>
                <a:gridCol w="1427927"/>
                <a:gridCol w="1427927"/>
                <a:gridCol w="1427927"/>
              </a:tblGrid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Family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Variant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Position Encoding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Initialization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Batch / LR / WD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No Pos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No Pos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No Pos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None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From scratch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128 / 0.0003 / 0.05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Baseline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Baseline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Baseline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Absolute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From scratch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128 / 0.0003 / 0.05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Row-wise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Row-wise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Row-wise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From scratch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128 / 0.0003 / 0.05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Column-wise Sinusoidal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Column-wise Sinusoidal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Column-wise Sinusoidal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From scratch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128 / 0.0003 / 0.05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Additive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Additive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Additive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Additive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From scratch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128 / 0.0003 / 0.05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Additive Shifted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Additive Sinusoidal Shifted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Additive Sinusoidal Shifted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Additive Sinusoidal Shifted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From scratch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128 / 0.0003 / 0.05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Multiplicative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Multiplicative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Multiplicative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Multiplicative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From scratch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128 / 0.0003 / 0.05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this page to frame baseline vs RoPE, ViT vs CNN, or scratch vs pretrained before discussing metrics.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Model Comparison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This page is keyed off model family, variant, position encoding, and initialization rather than off raw run names.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1427927"/>
                <a:gridCol w="1427927"/>
                <a:gridCol w="1427927"/>
                <a:gridCol w="1427927"/>
                <a:gridCol w="1427927"/>
              </a:tblGrid>
              <a:tr h="22631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Family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Variant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Position Encoding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Initialization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Batch / LR / WD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22631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Multiplicative Shifted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Multiplicative Sinusoidal Shifted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Multiplicative Sinusoidal Shifted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Multiplicative Sinusoidal Shifted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From scratch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128 / 0.0003 / 0.05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this page to frame baseline vs RoPE, ViT vs CNN, or scratch vs pretrained before discussing metrics.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Result Snapshot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Compact overview of the most important final metrics and selected checkpoint epoch.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1189939"/>
                <a:gridCol w="1189939"/>
                <a:gridCol w="1189939"/>
                <a:gridCol w="1189939"/>
                <a:gridCol w="1189939"/>
                <a:gridCol w="1189939"/>
              </a:tblGrid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Variant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Epochs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Selected Epoch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Test ACC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Val ACC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Test Loss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No Pos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No Pos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No Pos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55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79.48%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79.50%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0.9451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Baseline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Baseline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Baseline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43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28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78.97%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78.07%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0.9462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Row-wise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Row-wise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54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39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78.62%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80.15%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0.9471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Column-wise Sinusoidal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Column-wise Sinusoidal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50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35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77.41%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79.66%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0.9386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Additive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Additive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Additive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46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31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77.06%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76.19%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0.9168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Additive Shifted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Additive Sinusoidal Shifted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Additive Sinusoidal Shifted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50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35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77.12%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77.23%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0.9734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Multiplicative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Multiplicative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Multiplicative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48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33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77.82%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78.56%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0.8988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This table is intentionally compact so it remains readable on projected slides.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Result Snapshot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Compact overview of the most important final metrics and selected checkpoint epoch.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1189939"/>
                <a:gridCol w="1189939"/>
                <a:gridCol w="1189939"/>
                <a:gridCol w="1189939"/>
                <a:gridCol w="1189939"/>
                <a:gridCol w="1189939"/>
              </a:tblGrid>
              <a:tr h="22631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Variant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Epochs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Selected Epoch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Test ACC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Val ACC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Test Loss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22631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Multiplicative Shifted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Multiplicative Sinusoidal Shifted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Multiplicative Sinusoidal Shifted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57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42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79.45%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78.40%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0.9159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This table is intentionally compact so it remains readable on projected slides.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Main Metrics Comparison (1/6)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Each row is a meeting-friendly metric statement rather than a raw logger dump.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6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1784908"/>
                <a:gridCol w="1784908"/>
                <a:gridCol w="1784908"/>
                <a:gridCol w="1784908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Direction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No Pos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Baseline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Test ACC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79.48%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78.97%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78.62%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77.41%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Val ACC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79.50%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78.07%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80.15%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79.66%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Test Loss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Lower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0.9451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0.9462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0.9471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0.9386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Val Loss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Lower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0.9655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0.9890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0.8844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0.8815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Train ACC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99.96%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99.94%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99.96%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99.90%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Train Loss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Lower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0.0072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0.0095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0.0086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0.0130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Val Macro F1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33.93%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32.17%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36.55%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35.01%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Test Macro F1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33.50%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33.43%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32.08%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32.61%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Direction indicates whether higher or lower values are preferable.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Main Metrics Comparison (2/6)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Each row is a meeting-friendly metric statement rather than a raw logger dump.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6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1784908"/>
                <a:gridCol w="1784908"/>
                <a:gridCol w="1784908"/>
                <a:gridCol w="1784908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Direction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Additive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Additive Shifted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Multiplicative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Multiplicative Shifted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Test ACC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77.06%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77.12%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77.82%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79.45%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Val ACC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76.19%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77.23%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78.56%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78.40%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Test Loss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Lower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0.9168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0.9734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0.8988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0.9159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Val Loss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Lower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0.9212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0.9839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0.9011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0.9788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Train ACC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99.87%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99.95%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99.93%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99.96%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Train Loss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Lower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0.0204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0.0113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0.0143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0.0081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Val Macro F1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29.71%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32.80%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30.32%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31.14%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Test Macro F1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30.06%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31.55%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31.74%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34.38%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Direction indicates whether higher or lower values are preferable.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Main Metrics Comparison (3/6)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Each row is a meeting-friendly metric statement rather than a raw logger dump.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7139635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Direction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Best Run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Test ACC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No Pos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Val ACC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Test Loss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Lower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Multiplicative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Val Loss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Lower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Train ACC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Train Loss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Lower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No Pos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Val Macro F1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Test Macro F1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Multiplicative Shifted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Direction indicates whether higher or lower values are preferable.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Main Metrics Comparison (4/6)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Each row is a meeting-friendly metric statement rather than a raw logger dump.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6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1784908"/>
                <a:gridCol w="1784908"/>
                <a:gridCol w="1784908"/>
                <a:gridCol w="1784908"/>
              </a:tblGrid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Direction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No Pos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Baseline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Precision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36.25%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34.08%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34.92%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36.84%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Recall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32.74%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34.80%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31.82%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34.18%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Precision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38.34%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34.43%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39.89%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39.48%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Recall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34.64%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34.51%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36.45%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36.45%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Test Subset Accuracy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30.98%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27.15%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28.30%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27.92%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Val Subset Accuracy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30.80%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27.49%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32.55%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30.60%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Direction indicates whether higher or lower values are preferable.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Main Metrics Comparison (5/6)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Each row is a meeting-friendly metric statement rather than a raw logger dump.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6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1784908"/>
                <a:gridCol w="1784908"/>
                <a:gridCol w="1784908"/>
                <a:gridCol w="1784908"/>
              </a:tblGrid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Direction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Additive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Additive Shifted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Multiplicative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Multiplicative Shifted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Precision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36.63%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35.89%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38.52%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35.81%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Recall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33.69%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30.28%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33.96%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33.99%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Precision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32.34%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39.99%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37.51%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33.59%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Recall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32.14%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32.43%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36.14%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32.99%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Test Subset Accuracy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28.49%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27.53%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26.20%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31.74%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Val Subset Accuracy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26.71%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29.04%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30.21%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25.73%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Direction indicates whether higher or lower values are preferable.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Main Metrics Comparison (6/6)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Each row is a meeting-friendly metric statement rather than a raw logger dump.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9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7139635"/>
              </a:tblGrid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Aptos"/>
                        </a:rPr>
                        <a:t>Direction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Aptos"/>
                        </a:rPr>
                        <a:t>Best Run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Precision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Multiplicative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Recall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Baseline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Precision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Additive Shifted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Recall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Selected Test Subset Accuracy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Multiplicative Shifted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Selected Val Subset Accuracy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Direction indicates whether higher or lower values are preferable.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Macro Metrics Table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Exact selected-checkpoint macro metrics for precision, recall, and F1.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6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1784908"/>
                <a:gridCol w="1784908"/>
                <a:gridCol w="1784908"/>
                <a:gridCol w="1784908"/>
              </a:tblGrid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Macro Metric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Direction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No Pos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Baseline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Test Macro F1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33.50%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33.43%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32.08%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32.61%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Precision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36.25%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34.08%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34.92%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36.84%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Recall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32.74%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34.80%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31.82%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34.18%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Val Macro F1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33.93%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32.17%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36.55%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35.01%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Precision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38.34%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34.43%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39.89%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39.48%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Recall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34.64%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34.51%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36.45%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36.45%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This table complements the macro bar chart on the next page.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Macro Metrics Table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Exact selected-checkpoint macro metrics for precision, recall, and F1.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6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1784908"/>
                <a:gridCol w="1784908"/>
                <a:gridCol w="1784908"/>
                <a:gridCol w="1784908"/>
              </a:tblGrid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Macro Metric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Direction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Additive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Additive Shifted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Multiplicative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Multiplicative Shifted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Test Macro F1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30.06%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31.55%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31.74%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34.38%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Precision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36.63%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35.89%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38.52%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35.81%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Recall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33.69%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30.28%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33.96%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33.99%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Val Macro F1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29.71%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32.80%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30.32%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31.14%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Precision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32.34%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39.99%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37.51%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33.59%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Recall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32.14%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32.43%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36.14%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32.99%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This table complements the macro bar chart on the next page.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Macro Metrics Table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Exact selected-checkpoint macro metrics for precision, recall, and F1.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9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7139635"/>
              </a:tblGrid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Aptos"/>
                        </a:rPr>
                        <a:t>Macro Metric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Aptos"/>
                        </a:rPr>
                        <a:t>Direction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Aptos"/>
                        </a:rPr>
                        <a:t>Best Run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Final Test Macro F1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Multiplicative Shifted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Precision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Multiplicative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Recall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Baseline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Final Val Macro F1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Precision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Additive Shifted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Recall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This table complements the macro bar chart on the next page.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Macro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Macro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Macro F1, precision, and recall are grouped here for quick meeting discussion.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acro_metric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64208"/>
            <a:ext cx="6629400" cy="3977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810512"/>
            <a:ext cx="365760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810512"/>
            <a:ext cx="137160" cy="26517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99831" y="1975104"/>
            <a:ext cx="327355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Macro readout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9831" y="2377440"/>
            <a:ext cx="3273552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Best Test Macro F1 snapshot: ViT Additive (34.95%).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Best selected Test Macro Precision: ViT Multiplicative (38.52%).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Best selected Test Macro Recall: ViT Baseline (34.80%).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Macro metrics help when accuracy alone hides uneven class performance.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Config Differences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Showing the top 2 differing settings for experiment traceability.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2119579"/>
                <a:gridCol w="2119579"/>
                <a:gridCol w="2119579"/>
                <a:gridCol w="2119579"/>
              </a:tblGrid>
              <a:tr h="1508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Config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ViT No Pos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ViT Baseline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1508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command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train_cifar10_experiment.py --model...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train_cifar10_experiment.py --model...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train_cifar10_experiment.py --model...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train_cifar10_experiment.py --model...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1508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outputs.run_name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no_pos_cadb_elements_seed42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baseline_cadb_elements_seed42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row_cadb_elements_seed42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col_cadb_elements_seed42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Long config lists are paginated automatically to avoid overflow and tiny fonts.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Config Differences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Showing the top 2 differing settings for experiment traceability.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2119579"/>
                <a:gridCol w="2119579"/>
                <a:gridCol w="2119579"/>
                <a:gridCol w="2119579"/>
              </a:tblGrid>
              <a:tr h="1508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Config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ViT Additive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ViT Additive Shifted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ViT Multiplicative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ViT Multiplicative Shifted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1508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command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train_cifar10_experiment.py --model...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train_cifar10_experiment.py --model...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train_cifar10_experiment.py --model...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train_cifar10_experiment.py --model...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1508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outputs.run_name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additive_cadb_elements_seed42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additive_shifted_cadb_elements_seed42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multiplicative_cadb_elements_seed42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...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Long config lists are paginated automatically to avoid overflow and tiny fonts.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Training Curves (1/4)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Curves use a consistent title pattern and highlight the final operating point.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st_ac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5166360" cy="30262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166360"/>
            <a:ext cx="5166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Aptos"/>
              </a:rPr>
              <a:t>Test ACC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440680"/>
            <a:ext cx="5166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Best final value: ViT No Pos (79.48%)</a:t>
            </a:r>
          </a:p>
        </p:txBody>
      </p:sp>
      <p:pic>
        <p:nvPicPr>
          <p:cNvPr id="10" name="Picture 9" descr="val_acc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572768"/>
            <a:ext cx="5166360" cy="30262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89320" y="5166360"/>
            <a:ext cx="5166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Aptos"/>
              </a:rPr>
              <a:t>Val ACC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5440680"/>
            <a:ext cx="5166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Best final value: ViT Row-wise (80.15%)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these pages for trend discussion; use tables for exact values.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Training Curves (2/4)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Curves use a consistent title pattern and highlight the final operating point.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st_los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5166360" cy="30262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166360"/>
            <a:ext cx="5166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Aptos"/>
              </a:rPr>
              <a:t>Test 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440680"/>
            <a:ext cx="5166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Best final value: ViT Multiplicative (0.8988)</a:t>
            </a:r>
          </a:p>
        </p:txBody>
      </p:sp>
      <p:pic>
        <p:nvPicPr>
          <p:cNvPr id="10" name="Picture 9" descr="val_loss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572768"/>
            <a:ext cx="5166360" cy="30262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89320" y="5166360"/>
            <a:ext cx="5166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Aptos"/>
              </a:rPr>
              <a:t>Val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5440680"/>
            <a:ext cx="5166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Best final value: ViT Column-wise (0.8815)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these pages for trend discussion; use tables for exact values.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Training Curves (3/4)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Curves use a consistent title pattern and highlight the final operating point.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rain_ac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5166360" cy="30262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166360"/>
            <a:ext cx="5166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Aptos"/>
              </a:rPr>
              <a:t>Train ACC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440680"/>
            <a:ext cx="5166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Best final value: ViT Row-wise (99.96%)</a:t>
            </a:r>
          </a:p>
        </p:txBody>
      </p:sp>
      <p:pic>
        <p:nvPicPr>
          <p:cNvPr id="10" name="Picture 9" descr="train_loss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572768"/>
            <a:ext cx="5166360" cy="30262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89320" y="5166360"/>
            <a:ext cx="5166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Aptos"/>
              </a:rPr>
              <a:t>Train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5440680"/>
            <a:ext cx="5166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Best final value: ViT No Pos (0.0072)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these pages for trend discussion; use tables for exact values.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Training Curves (4/4)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Curves use a consistent title pattern and highlight the final operating point.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al_macro_f1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5166360" cy="30262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166360"/>
            <a:ext cx="5166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Aptos"/>
              </a:rPr>
              <a:t>Val Macro F1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440680"/>
            <a:ext cx="5166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Best final value: ViT Row-wise (36.55%)</a:t>
            </a:r>
          </a:p>
        </p:txBody>
      </p:sp>
      <p:pic>
        <p:nvPicPr>
          <p:cNvPr id="10" name="Picture 9" descr="test_macro_f1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572768"/>
            <a:ext cx="5166360" cy="30262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89320" y="5166360"/>
            <a:ext cx="5166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Aptos"/>
              </a:rPr>
              <a:t>Test Macro F1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5440680"/>
            <a:ext cx="5166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Best final value: ViT Multiplicative Shifted (34.38%)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these pages for trend discussion; use tables for exact values.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Per-Class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Per-Class Analysis | Test Per Class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Classwise selected-checkpoint metrics are grouped across runs for easier error analysis.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st_per_class_accuracy_p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91640"/>
            <a:ext cx="6903720" cy="35253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26679" y="1810512"/>
            <a:ext cx="347472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810512"/>
            <a:ext cx="137160" cy="31546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2711" y="1975104"/>
            <a:ext cx="30906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Key readout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2711" y="2377440"/>
            <a:ext cx="3090672" cy="2441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Highest mean Test Per Class Accuracy: ViT No Pos (79.06%).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Largest cross-run spread appears on class 'vertical' (6.69 pp).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this page to explain which classes move together and which remain difficult.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Per-Class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Per-Class Analysis | Test Per Class F1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Classwise selected-checkpoint metrics are grouped across runs for easier error analysis.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st_per_class_f1_p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91640"/>
            <a:ext cx="6903720" cy="35253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26679" y="1810512"/>
            <a:ext cx="347472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810512"/>
            <a:ext cx="137160" cy="31546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2711" y="1975104"/>
            <a:ext cx="30906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Key readout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2711" y="2377440"/>
            <a:ext cx="3090672" cy="2441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Highest mean Test Per Class F1: ViT Additive (34.95%).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Largest cross-run spread appears on class 'symmetric' (26.30 pp).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this page to explain which classes move together and which remain difficult.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Per-Class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Per-Class Analysis | Test Per Class Precision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Classwise selected-checkpoint metrics are grouped across runs for easier error analysis.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st_per_class_precision_p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91640"/>
            <a:ext cx="6903720" cy="35253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26679" y="1810512"/>
            <a:ext cx="347472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810512"/>
            <a:ext cx="137160" cy="31546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2711" y="1975104"/>
            <a:ext cx="30906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Key readout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2711" y="2377440"/>
            <a:ext cx="3090672" cy="2441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Highest mean Test Per Class Precision: ViT Multiplicative (38.52%).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Largest cross-run spread appears on class 'symmetric' (29.58 pp).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this page to explain which classes move together and which remain difficult.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Per-Class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Per-Class Analysis | Test Per Class Recall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Classwise selected-checkpoint metrics are grouped across runs for easier error analysis.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st_per_class_recall_p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91640"/>
            <a:ext cx="6903720" cy="35253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26679" y="1810512"/>
            <a:ext cx="347472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810512"/>
            <a:ext cx="137160" cy="31546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2711" y="1975104"/>
            <a:ext cx="30906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Key readout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2711" y="2377440"/>
            <a:ext cx="3090672" cy="2441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Highest mean Test Per Class Recall: ViT Baseline (34.80%).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Largest cross-run spread appears on class 'symmetric' (25.93 pp).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this page to explain which classes move together and which remain difficult.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Short, reusable wrap-up slide for weekly meetings.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6675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Aptos"/>
              </a:rPr>
              <a:t>Current headline result: ViT No Pos leads on Test ACC with 79.48%.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Aptos"/>
              </a:rPr>
              <a:t>When presenting baseline vs comparison, use ViT No Pos as reference and report ViT Baseline at -0.51 pp on Test ACC.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Aptos"/>
              </a:rPr>
              <a:t>Per-class pages are now included when selected-checkpoint classwise metrics exist, so class imbalance or hard classes can be discussed directly in meetings.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Aptos"/>
              </a:rPr>
              <a:t>The deck is now organized for weekly reporting: setup, overview, key metrics, curves, error analysis, and a conclusion slide instead of raw log-style export.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92024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18120" y="1920240"/>
            <a:ext cx="137160" cy="2103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74152" y="2084832"/>
            <a:ext cx="299923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Recommended next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4152" y="2487168"/>
            <a:ext cx="2999232" cy="1389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Keep the baseline run first in the command line.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Append new runs with readable labels.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Reuse this deck directly for group meetings.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The goal is to export a presentable deck, not a raw artifact dump.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