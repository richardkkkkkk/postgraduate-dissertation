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CADB Multi-label Positional Encoding Comparison (6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Weekly experiment comparison deck generated from existing run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No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Row-wise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Column-wise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55778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Report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Comparison scenario: Multi-run comparison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Reference run: ViT No Pos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Compared runs: 6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Shared training metrics: Test ACC, Val ACC, Test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Generated 2026-07-01 13:27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Report name: cadb_elements_positional_6models_report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No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no_pos_cadb_elements_seed42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No Pos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70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No Pos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None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baseline_cadb_elements_seed42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Baseline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43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Baseline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Absolute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Row-wise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row_cadb_elements_seed42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Row-wise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54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Row-wise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Row-wise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Column-wise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col_cadb_elements_seed42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Column-wise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Column-wise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Column-wise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3949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137160" cy="2880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Additive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010912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additive_cadb_elements_seed42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Additive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46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Additive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Additive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3949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72768"/>
            <a:ext cx="137160" cy="2880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37360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Additive Shifted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39696"/>
            <a:ext cx="5010912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additive_shifted_cadb_elements_seed42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Additive Sinusoidal Shifted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Additive Sinusoidal Shifted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Additive Sinusoidal Shifted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Headline findings are phrased for direct use in a weekly update.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806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Primary comparison metric: Test ACC. Best final result is ViT No Pos with 79.48%.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Largest train-to-test accuracy gap appears in ViT Additive Shifted (22.83 pp), worth calling out during generalization discussion.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Early stopping summary: ViT No Pos: stopped early; ViT Baseline: stopped early; ViT Row-wise: stopped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Best 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A34A"/>
                </a:solidFill>
                <a:latin typeface="Aptos"/>
              </a:rPr>
              <a:t>ViT No 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Test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Aptos"/>
              </a:rPr>
              <a:t>79.48%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Runs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slide replaces generic 'key takeaways' text with meeting-ready comparison statements.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This page is keyed off model family, variant, position encoding, and initialization rather than off raw run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Position Encoding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Initialization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Batch / LR / WD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Absolute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frame baseline vs RoPE, ViT vs CNN, or scratch vs pretrained before discussing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189939"/>
                <a:gridCol w="1189939"/>
                <a:gridCol w="1189939"/>
                <a:gridCol w="1189939"/>
                <a:gridCol w="1189939"/>
                <a:gridCol w="1189939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Val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78.97%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78.07%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0.9462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80.15%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77.41%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0.9386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77.06%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76.19%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0.9168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77.12%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77.23%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0.9734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77.41%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79.50%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78.07%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80.15%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0.9462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0.9386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0.9655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0.9890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0.8844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0.8815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0.0072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0.0095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0.0086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0.0130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35.01%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33.43%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32.08%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32.61%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2379878"/>
                <a:gridCol w="2379878"/>
                <a:gridCol w="237987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77.06%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77.12%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76.19%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77.23%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0.9168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0.9734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0.9212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0.9839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99.87%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0.0204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0.0113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29.71%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30.06%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32.74%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31.82%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34.18%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34.64%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Subset 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28.30%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Subset Accuracy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27.49%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30.60%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2379878"/>
                <a:gridCol w="2379878"/>
                <a:gridCol w="237987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36.63%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35.89%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33.69%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30.28%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32.34%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39.99%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32.14%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32.43%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Subset 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28.49%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27.53%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Subset Accuracy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26.71%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29.04%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32.61%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36.25%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34.08%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34.92%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36.84%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32.74%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34.18%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35.01%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34.64%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2379878"/>
                <a:gridCol w="2379878"/>
                <a:gridCol w="237987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30.06%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31.55%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36.63%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35.89%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33.69%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30.28%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29.71%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32.80%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32.34%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39.99%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32.14%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32.43%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Macro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Macro F1, precision, and recall are grouped here for quick meeting discussion.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cro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629400" cy="3977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10512"/>
            <a:ext cx="36576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10512"/>
            <a:ext cx="137160" cy="2651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975104"/>
            <a:ext cx="32735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Macro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377440"/>
            <a:ext cx="327355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Test Macro F1 snapshot: ViT Additive (34.95%).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Precision: ViT Column-wise (36.84%).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Recall: ViT Baseline (34.80%).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Macro metrics help when accuracy alone hides uneven class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119579"/>
                <a:gridCol w="2119579"/>
                <a:gridCol w="2119579"/>
                <a:gridCol w="2119579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no_pos_cadb_elements_seed42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baseline_cadb_elements_seed42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row_cadb_elements_seed42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col_cadb_elements_seed42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4239158"/>
                <a:gridCol w="4239158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additive_cadb_elements_seed42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additive_shifted_cadb_elements_seed42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(79.48%)</a:t>
            </a:r>
          </a:p>
        </p:txBody>
      </p:sp>
      <p:pic>
        <p:nvPicPr>
          <p:cNvPr id="10" name="Picture 9" descr="val_ac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(80.15%)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Additive (0.9168)</a:t>
            </a:r>
          </a:p>
        </p:txBody>
      </p:sp>
      <p:pic>
        <p:nvPicPr>
          <p:cNvPr id="10" name="Picture 9" descr="val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Column-wise (0.8815)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(99.96%)</a:t>
            </a:r>
          </a:p>
        </p:txBody>
      </p:sp>
      <p:pic>
        <p:nvPicPr>
          <p:cNvPr id="10" name="Picture 9" descr="train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(0.0072)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_macro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(36.55%)</a:t>
            </a:r>
          </a:p>
        </p:txBody>
      </p:sp>
      <p:pic>
        <p:nvPicPr>
          <p:cNvPr id="10" name="Picture 9" descr="test_macro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Macro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(33.50%)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accuracy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Accuracy: ViT No Pos (79.06%).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'horizontal' (6.31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f1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F1: ViT Additive (34.95%).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(26.30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precisio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Precision: ViT Column-wise (36.84%).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(17.24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recall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Recall: ViT Baseline (34.80%).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(25.93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Short, reusable wrap-up slide for weekly meetings.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Current headline result: ViT No Pos leads on Test ACC with 79.48%.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When presenting baseline vs comparison, use ViT No Pos as reference and report ViT Baseline at -0.51 pp on Test ACC.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Per-class pages are now included when selected-checkpoint classwise metrics exist, so class imbalance or hard classes can be discussed directly in meetings.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The deck is now organized for weekly reporting: setup, overview, key metrics, curves, error analysis, and a conclusion slide instead of raw log-style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20240"/>
            <a:ext cx="137160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2084832"/>
            <a:ext cx="299923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Recommended next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487168"/>
            <a:ext cx="2999232" cy="138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Keep the baseline run first in the command 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Append new runs with readable labels.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Reuse this deck directly for group meetings.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The goal is to export a presentable deck, not a raw artifact dump.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