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CADB Multi-label Positional Encoding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28800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Aptos"/>
              </a:rPr>
              <a:t>Weekly experiment comparison deck generated from existing run artifacts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246888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57860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ViT No Pos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7" y="246888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0168" y="257860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ViT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6888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57860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ViT Row-wise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246888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71432" y="257860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ViT Column-wise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57600"/>
            <a:ext cx="557784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Report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Comparison scenario: Multi-run comparison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Reference run: ViT No Pos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Compared runs: 4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Shared training metrics: Test ACC, Val ACC, Test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Generated 2026-06-30 20:38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644652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Report name: cadb_elements_positional_100e_report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Run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Experiment Setup and Run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Keep the first --run as the reference baseline for meeting comparisons.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19072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No 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2140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no_pos_cadb_elements_seed42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No Pos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70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No Pos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None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5448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719072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12140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baseline_cadb_elements_seed42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Baseline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43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Baseline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Absolute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8620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050791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Row-wise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45312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row_cadb_elements_seed42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Row-wise Sinusoidal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54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Row-wise Sinusoidal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Row-wise Sinusoidal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886200"/>
            <a:ext cx="539496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886200"/>
            <a:ext cx="137160" cy="19933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4050791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Column-wise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453128"/>
            <a:ext cx="5010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col_cadb_elements_seed42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Column-wise Sinusoidal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50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Family / variant: ViT / Column-wise Sinusoidal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Position / init: Column-wise Sinusoidal / From scratch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Run cards surface the main hyperparameters and monitoring settings without crowding a table.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644652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Page group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Results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Headline findings are phrased for direct use in a weekly update.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806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ptos"/>
              </a:rPr>
              <a:t>Primary comparison metric: Test ACC. Best final result is ViT No Pos with 79.48%.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ptos"/>
              </a:rPr>
              <a:t>Largest train-to-test accuracy gap appears in ViT Column-wise (22.49 pp), worth calling out during generalization discussion.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ptos"/>
              </a:rPr>
              <a:t>Early stopping summary: ViT No Pos: stopped early; ViT Baseline: stopped early; ViT Row-wise: stopped early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73736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76872" y="190195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Best primary 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6872" y="224028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6A34A"/>
                </a:solidFill>
                <a:latin typeface="Aptos"/>
              </a:rPr>
              <a:t>ViT No Pos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73736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00032" y="190195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Test ACC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0032" y="224028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Aptos"/>
              </a:rPr>
              <a:t>79.48%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15468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331927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Runs compared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365760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91B2"/>
                </a:solidFill>
                <a:latin typeface="Aptos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315468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331927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Metrics tracked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365760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91B2"/>
                </a:solidFill>
                <a:latin typeface="Aptos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slide replaces generic 'key takeaways' text with meeting-ready comparison statements.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This page is keyed off model family, variant, position encoding, and initialization rather than off raw run names.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427927"/>
                <a:gridCol w="1427927"/>
                <a:gridCol w="1427927"/>
                <a:gridCol w="1427927"/>
                <a:gridCol w="1427927"/>
              </a:tblGrid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Family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Variant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Position Encoding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Initialization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Batch / LR / WD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Absolute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From scratch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128 / 0.0003 / 0.05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frame baseline vs RoPE, ViT vs CNN, or scratch vs pretrained before discussing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Result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Compact overview of the most important final metrics and selected checkpoint epoch.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189939"/>
                <a:gridCol w="1189939"/>
                <a:gridCol w="1189939"/>
                <a:gridCol w="1189939"/>
                <a:gridCol w="1189939"/>
                <a:gridCol w="1189939"/>
              </a:tblGrid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Variant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Epochs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Selected Epoch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Test ACC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Val ACC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Test Loss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55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79.48%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79.50%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0.9451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43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28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78.97%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78.07%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0.9462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Row-wise Sinusoidal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54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39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78.62%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80.15%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0.9471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Column-wise Sinusoidal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35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77.41%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79.66%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0.9386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table is intentionally compact so it remains readable on projected slides.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(1/4)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79.48%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78.97%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78.62%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77.41%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ACC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79.50%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78.07%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80.15%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79.66%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Loss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0.9451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0.9462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0.9471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0.9386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0.9655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0.9890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0.8844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0.8815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99.96%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99.94%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99.96%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99.90%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0.0072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0.0095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0.0086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0.0130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33.93%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32.17%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36.55%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35.01%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33.50%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33.43%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32.08%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32.61%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(2/4)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7139635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Best 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ACC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Loss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Train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36.25%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34.08%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34.92%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36.84%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32.74%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34.80%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31.82%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34.18%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38.34%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34.43%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39.89%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39.48%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34.64%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34.51%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36.45%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36.45%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Subset Accuracy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30.98%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27.15%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28.30%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27.92%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Subset Accuracy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30.80%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27.49%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32.55%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30.60%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 (4/4)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7139635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Best 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Test Subset Accuracy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Val Subset Accuracy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Macro Metrics Table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Exact selected-checkpoint macro metrics for precision, recall, and F1.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6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784908"/>
                <a:gridCol w="1784908"/>
                <a:gridCol w="1784908"/>
                <a:gridCol w="1784908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Macro 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Test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33.50%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33.43%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32.08%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32.61%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36.25%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34.08%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34.92%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36.84%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32.74%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34.80%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31.82%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34.18%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Final Val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33.93%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32.17%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36.55%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35.01%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38.34%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34.43%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39.89%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39.48%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34.64%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34.51%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36.45%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1E293B"/>
                          </a:solidFill>
                          <a:latin typeface="Aptos"/>
                        </a:rPr>
                        <a:t>36.45%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table complements the macro bar chart on the next page.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Macro Metrics Table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Exact selected-checkpoint macro metrics for precision, recall, and F1.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7139635"/>
              </a:tblGrid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Macro 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Best 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Final Test Macro F1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Precision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Test Macro Recall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Final Val Macro F1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Precision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Selected Val Macro Recall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table complements the macro bar chart on the next page.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Macro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Macro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Macro F1, precision, and recall are grouped here for quick meeting discussion.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cro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64208"/>
            <a:ext cx="6629400" cy="3977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810512"/>
            <a:ext cx="365760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810512"/>
            <a:ext cx="137160" cy="2651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1975104"/>
            <a:ext cx="32735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Macro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2377440"/>
            <a:ext cx="327355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Best Test Macro F1 snapshot: ViT Column-wise (34.83%).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Best selected Test Macro Precision: ViT Column-wise (36.84%).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Best selected Test Macro Recall: ViT Baseline (34.80%).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Macro metrics help when accuracy alone hides uneven class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Config Differences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Showing the top 2 differing settings for experiment traceability.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2119579"/>
                <a:gridCol w="2119579"/>
                <a:gridCol w="2119579"/>
                <a:gridCol w="2119579"/>
              </a:tblGrid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Config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No Pos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Baseline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Row-wise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Column-wise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command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train_cifar10_experiment.py --model...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outputs.run_name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no_pos_cadb_elements_seed42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baseline_cadb_elements_seed42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row_cadb_elements_seed42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col_cadb_elements_seed42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Long config lists are paginated automatically to avoid overflow and tiny fonts.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(1/4)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ac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Test 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No Pos (79.48%)</a:t>
            </a:r>
          </a:p>
        </p:txBody>
      </p:sp>
      <p:pic>
        <p:nvPicPr>
          <p:cNvPr id="10" name="Picture 9" descr="val_acc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Val ACC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Row-wise (80.15%)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(2/4)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los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Test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Column-wise (0.9386)</a:t>
            </a:r>
          </a:p>
        </p:txBody>
      </p:sp>
      <p:pic>
        <p:nvPicPr>
          <p:cNvPr id="10" name="Picture 9" descr="val_los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Val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Column-wise (0.8815)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ain_ac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Train 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Row-wise (99.96%)</a:t>
            </a:r>
          </a:p>
        </p:txBody>
      </p:sp>
      <p:pic>
        <p:nvPicPr>
          <p:cNvPr id="10" name="Picture 9" descr="train_los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Train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No Pos (0.0072)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(4/4)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al_macro_f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Val Macro 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Row-wise (36.55%)</a:t>
            </a:r>
          </a:p>
        </p:txBody>
      </p:sp>
      <p:pic>
        <p:nvPicPr>
          <p:cNvPr id="10" name="Picture 9" descr="test_macro_f1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Test Macro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ViT No Pos (33.50%)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Per-Class Analysis | Test Per Class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Classwise selected-checkpoint metrics are grouped across runs for easier error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per_class_accuracy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6903720" cy="3525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10512"/>
            <a:ext cx="3474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10512"/>
            <a:ext cx="137160" cy="3154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975104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Key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377440"/>
            <a:ext cx="3090672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Highest mean Test Per Class Accuracy: ViT No Pos (79.06%).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Largest cross-run spread appears on class 'vertical' (5.93 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explain which classes move together and which remain difficult.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Per-Class Analysis | Test Per Class 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Classwise selected-checkpoint metrics are grouped across runs for easier error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per_class_f1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6903720" cy="3525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10512"/>
            <a:ext cx="3474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10512"/>
            <a:ext cx="137160" cy="3154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975104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Key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377440"/>
            <a:ext cx="3090672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Highest mean Test Per Class F1: ViT Column-wise (34.83%).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Largest cross-run spread appears on class 'symmetric' (15.24 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explain which classes move together and which remain difficult.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Per-Class Analysis | Test Per Class Precision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Classwise selected-checkpoint metrics are grouped across runs for easier error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per_class_precision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6903720" cy="3525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10512"/>
            <a:ext cx="3474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10512"/>
            <a:ext cx="137160" cy="3154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975104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Key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377440"/>
            <a:ext cx="3090672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Highest mean Test Per Class Precision: ViT Column-wise (36.84%).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Largest cross-run spread appears on class 'symmetric' (12.62 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explain which classes move together and which remain difficult.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Per-Class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Per-Class Analysis | Test Per Class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Classwise selected-checkpoint metrics are grouped across runs for easier error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per_class_recall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91640"/>
            <a:ext cx="6903720" cy="35253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10512"/>
            <a:ext cx="34747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810512"/>
            <a:ext cx="137160" cy="3154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975104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Key readout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1" y="2377440"/>
            <a:ext cx="3090672" cy="2441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Highest mean Test Per Class Recall: ViT Baseline (34.80%).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Largest cross-run spread appears on class 'symmetric' (12.96 pp).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this page to explain which classes move together and which remain difficult.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Short, reusable wrap-up slide for weekly meetings.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6675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Current headline result: ViT No Pos leads on Test ACC with 79.48%.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When presenting baseline vs comparison, use ViT No Pos as reference and report ViT Baseline at -0.51 pp on Test ACC.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Per-class pages are now included when selected-checkpoint classwise metrics exist, so class imbalance or hard classes can be discussed directly in meetings.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The deck is now organized for weekly reporting: setup, overview, key metrics, curves, error analysis, and a conclusion slide instead of raw log-style export.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920240"/>
            <a:ext cx="137160" cy="2103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4152" y="2084832"/>
            <a:ext cx="299923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Recommended next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2487168"/>
            <a:ext cx="2999232" cy="1389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Keep the baseline run first in the command line.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Append new runs with readable labels.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Reuse this deck directly for group meetings.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The goal is to export a presentable deck, not a raw artifact dump.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