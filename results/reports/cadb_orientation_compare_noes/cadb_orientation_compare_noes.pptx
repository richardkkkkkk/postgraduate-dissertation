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Experiment Comparison: ViT Baseline vs ViT Row-wise vs ViT Column-wise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288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Aptos"/>
              </a:rPr>
              <a:t>Weekly experiment comparison deck generated from existing run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7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Row-wise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Column-wise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657600"/>
            <a:ext cx="55778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Report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Comparison scenario: Multi-run comparison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Reference run: ViT Baseline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Compared runs: 3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Shared training metrics: Test ACC, Val ACC, Test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Generated 2026-06-15 13:54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Report name: cadb_orientation_compare_noes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Run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Experiment Setup and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Keep the first --run as the reference baseline for meeting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539496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137160" cy="2304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5010912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baseline_cadb_seed42_noes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Baseline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20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Baseline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Absolute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39496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72768"/>
            <a:ext cx="137160" cy="2304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37360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Row-wise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39696"/>
            <a:ext cx="5010912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row_cadb_seed42_noes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Row-wise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20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Row-wise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Row-wise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539496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49039"/>
            <a:ext cx="137160" cy="2304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91363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Column-wise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315968"/>
            <a:ext cx="5010912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col_cadb_seed42_noes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Column-wise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20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Column-wise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Column-wise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Run cards surface the main hyperparameters and monitoring settings without crowding a 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Page group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Headline findings are phrased for direct use in a weekly update.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806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Primary comparison metric: Test ACC. Best final result is ViT Row-wise with 76.23%.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Against reference run ViT Baseline, ViT Row-wise changes Test ACC by +6.56 pp.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Largest train-to-test accuracy gap appears in ViT Baseline (22.72 pp), worth calling out during generalization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Best primary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A34A"/>
                </a:solidFill>
                <a:latin typeface="Aptos"/>
              </a:rPr>
              <a:t>ViT Row-wise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Test 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Aptos"/>
              </a:rPr>
              <a:t>76.23%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Runs compared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Metrics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slide replaces generic 'key takeaways' text with meeting-ready comparison statements.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This page is keyed off model family, variant, position encoding, and initialization rather than off raw run 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427927"/>
                <a:gridCol w="1427927"/>
                <a:gridCol w="1427927"/>
                <a:gridCol w="1427927"/>
                <a:gridCol w="1427927"/>
              </a:tblGrid>
              <a:tr h="11315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Position Encoding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Initialization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Batch / LR / WD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Absolute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frame baseline vs RoPE, ViT vs CNN, or scratch vs pretrained before discussing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Compact overview of the most important final metrics and selected checkpoint epoch.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189939"/>
                <a:gridCol w="1189939"/>
                <a:gridCol w="1189939"/>
                <a:gridCol w="1189939"/>
                <a:gridCol w="1189939"/>
                <a:gridCol w="1189939"/>
              </a:tblGrid>
              <a:tr h="11315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Selected Epoch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Val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Loss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69.67%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75.09%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1.0030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76.23%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76.53%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0.5436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75.00%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80.51%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0.5457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is intentionally compact so it remains readable on projected slides.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69.67%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76.23%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75.00%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75.09%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76.53%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80.51%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1.0030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0.5436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0.5457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0.8395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0.4771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0.4516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92.40%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85.27%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83.75%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0.1752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0.3179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0.3337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64.99%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74.86%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73.58%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76.33%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74.35%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73.36%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70.04%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64.67%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70.17%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80.41%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79.19%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74.77%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71.21%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74.69%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74.35%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73.36%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70.04%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64.67%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70.17%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64.99%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70.99%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74.96%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80.41%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79.19%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74.77%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71.21%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74.69%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74.86%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73.58%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76.33%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Macro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macro precision, recall, and F1 are grouped here for quick meeting discussion.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cro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4208"/>
            <a:ext cx="6629400" cy="3977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810512"/>
            <a:ext cx="36576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810512"/>
            <a:ext cx="137160" cy="2651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975104"/>
            <a:ext cx="32735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Macro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2377440"/>
            <a:ext cx="327355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F1: ViT Column-wise (70.99%).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Precision: ViT Baseline (74.35%).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Recall: ViT Column-wise (70.17%).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Macro metrics help when accuracy alone hides uneven class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2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2826105"/>
                <a:gridCol w="2826105"/>
                <a:gridCol w="2826105"/>
              </a:tblGrid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outputs.run_name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baseline_cadb_seed42_noes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row_cadb_seed42_noes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col_cadb_seed42_noes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(76.23%)</a:t>
            </a:r>
          </a:p>
        </p:txBody>
      </p:sp>
      <p:pic>
        <p:nvPicPr>
          <p:cNvPr id="10" name="Picture 9" descr="val_acc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Column-wise (80.51%)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lo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(0.5436)</a:t>
            </a:r>
          </a:p>
        </p:txBody>
      </p:sp>
      <p:pic>
        <p:nvPicPr>
          <p:cNvPr id="10" name="Picture 9" descr="val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Column-wise (0.4516)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in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Baseline (92.40%)</a:t>
            </a:r>
          </a:p>
        </p:txBody>
      </p:sp>
      <p:pic>
        <p:nvPicPr>
          <p:cNvPr id="10" name="Picture 9" descr="train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Baseline (0.1752)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seline_cadb_seed42_noe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11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75.00%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70.96%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vertical predicted as horizontal (44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horizontal predicted as vertical (17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Row-wise Sinusoidal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w_cadb_seed42_noe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11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71.72%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64.99%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vertical predicted as horizontal (56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horizontal predicted as vertical (13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Confusion Matrix | ViT Column-wise Sinusoidal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Selected-checkpoint error analysis pulled from existing evaluation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l_cadb_seed42_noe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6035040" cy="5256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783080"/>
            <a:ext cx="4160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37160" cy="342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47672"/>
            <a:ext cx="3776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Reading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50008"/>
            <a:ext cx="37764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checkpoint epoch: 15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accuracy: 74.59%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Selected test macro F1: 70.99%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vertical predicted as horizontal (42 samples).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Top confusion: true horizontal predicted as vertical (20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page gives a direct bridge from aggregate metrics to class-level failure modes.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accuracy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Accuracy: ViT Column-wise (70.17%).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'vertical' (15.56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f1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F1: ViT Column-wise (70.99%).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'vertical' (11.12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precision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Precision: ViT Baseline (74.35%).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'horizontal' (4.56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recall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Recall: ViT Column-wise (70.17%).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'vertical' (15.56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Short, reusable wrap-up slide for weekly meetings.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675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Current headline result: ViT Row-wise leads on Test ACC with 76.23%.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When presenting baseline vs comparison, use ViT Baseline as reference and report ViT Row-wise at +6.56 pp on Test ACC.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Per-class pages are now included when selected-checkpoint classwise metrics exist, so class imbalance or hard classes can be discussed directly in meetings.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The deck is now organized for weekly reporting: setup, overview, key metrics, curves, error analysis, and a conclusion slide instead of raw log-style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920240"/>
            <a:ext cx="137160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2084832"/>
            <a:ext cx="299923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Recommended next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487168"/>
            <a:ext cx="2999232" cy="138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Keep the baseline run first in the command 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Append new runs with readable labels.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Reuse this deck directly for group meetings.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The goal is to export a presentable deck, not a raw artifact dump.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